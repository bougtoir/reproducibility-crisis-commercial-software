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</a:defRPr>
            </a:pPr>
            <a:r>
              <a:t>再現性の隠れたコスト：</a:t>
            </a:r>
            <a:br/>
            <a:r>
              <a:t>学術研究における商用ソフトウェア依存とバージョンアクセシビリティギャップ</a:t>
            </a:r>
          </a:p>
          <a:p>
            <a:pPr algn="ctr">
              <a:spcBef>
                <a:spcPts val="2000"/>
              </a:spcBef>
              <a:defRPr sz="1800">
                <a:solidFill>
                  <a:srgbClr val="424242"/>
                </a:solidFill>
              </a:defRPr>
            </a:pPr>
            <a:r>
              <a:t>N=10,000本 | PubMed層別ランダムサンプリング（2020–2025）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図1. 研究分野別ソフトウェア言及率</a:t>
            </a:r>
          </a:p>
        </p:txBody>
      </p:sp>
      <p:pic>
        <p:nvPicPr>
          <p:cNvPr id="3" name="Picture 2" descr="fig1_software_rates_by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63" y="914400"/>
            <a:ext cx="985687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全ソフトウェア、商用のみ、オープンソースのみの3カテゴリで、7研究分野におけるソフトウェア言及率を示すグループバーチャート。N=10,000本。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図2. 最頒出商用ソフトウェア</a:t>
            </a:r>
          </a:p>
        </p:txBody>
      </p:sp>
      <p:pic>
        <p:nvPicPr>
          <p:cNvPr id="3" name="Picture 2" descr="fig2_top_commercial_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23" y="914400"/>
            <a:ext cx="698335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引用頻度上位15の商用ソフトウェアツールの横棒グラフ。N=10,000本。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図3. バージョン報告とデータ/コード利用可能性</a:t>
            </a:r>
          </a:p>
        </p:txBody>
      </p:sp>
      <p:pic>
        <p:nvPicPr>
          <p:cNvPr id="3" name="Picture 2" descr="fig3_version_and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10058400" cy="4459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(a) ソフトウェアを引用した論文におけるバージョン言及率（分野別）。(b) コードおよびデータ利用可能性声明率（分野別）。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図4. ソフトウェア追試コストの推定</a:t>
            </a:r>
          </a:p>
        </p:txBody>
      </p:sp>
      <p:pic>
        <p:nvPicPr>
          <p:cNvPr id="3" name="Picture 2" descr="fig4_replication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10058400" cy="4459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(a) 商用ソフトウェア使用論文の追試コスト分布。(b) 研究分野別平均追試コスト。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図5. 学術論文における上位20ソフトウェア</a:t>
            </a:r>
          </a:p>
        </p:txBody>
      </p:sp>
      <p:pic>
        <p:nvPicPr>
          <p:cNvPr id="3" name="Picture 2" descr="fig5_software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782" y="914400"/>
            <a:ext cx="6088435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ライセンス種別で色分けした上位20ソフトウェア（赤=商用、緑=オープンソース）。N=10,000本。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図6. 商用ソフトウェアバージョンの入手可能性</a:t>
            </a:r>
          </a:p>
        </p:txBody>
      </p:sp>
      <p:pic>
        <p:nvPicPr>
          <p:cNvPr id="3" name="Picture 2" descr="fig6_version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605" y="914400"/>
            <a:ext cx="645278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論文で引用された商用ソフトウェアバージョンの入手可能性を示すパイチャート。凡例に件数と割合を表示。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図7. 研究分野横断ソフトウェア使用ヒートマップ</a:t>
            </a:r>
          </a:p>
        </p:txBody>
      </p:sp>
      <p:pic>
        <p:nvPicPr>
          <p:cNvPr id="3" name="Picture 2" descr="fig7_softwa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493" y="914400"/>
            <a:ext cx="8111013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7研究分野における上位15ソフトウェアの使用分布ヒートマップ。分野固有のソフトウェア使用パターンを示す。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図8. PMC全文アクセスがソフトウェア検出に与える影響</a:t>
            </a:r>
          </a:p>
        </p:txBody>
      </p:sp>
      <p:pic>
        <p:nvPicPr>
          <p:cNvPr id="3" name="Picture 2" descr="fig8_pmc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10058400" cy="4346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(a) 研究分野別PMC全文利用可能率。(b) PMC全文の有無によるソフトウェア検出率の比較。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
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/>
            </a:pPr>
            <a:r>
              <a:t>Figure 1</a:t>
            </a:r>
          </a:p>
        </p:txBody>
      </p:sp>
      <p:pic>
        <p:nvPicPr>
          <p:cNvPr id="3" name="Picture 2" descr="fig1_software_rates_by_f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55298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/>
            </a:pPr>
            <a:r>
              <a:t>Figure 1. Software mention rates by research field, stratified by software type (N = 10,000 articles, 2020–2026).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/>
            </a:pPr>
            <a:r>
              <a:t>Figure 2</a:t>
            </a:r>
          </a:p>
        </p:txBody>
      </p:sp>
      <p:pic>
        <p:nvPicPr>
          <p:cNvPr id="3" name="Picture 2" descr="fig2_software_landscape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52617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/>
            </a:pPr>
            <a:r>
              <a:t>Figure 2. (a) Top 20 software tools declared in published research articles, coloured by licence type. (b) Usage heatmap across seven research fields with Total row.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/>
            </a:pPr>
            <a:r>
              <a:t>Figure 3</a:t>
            </a:r>
          </a:p>
        </p:txBody>
      </p:sp>
      <p:pic>
        <p:nvPicPr>
          <p:cNvPr id="3" name="Picture 2" descr="fig3_version_and_avail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49866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/>
            </a:pPr>
            <a:r>
              <a:t>Figure 3. (a) Version mention rates among articles reporting software, and (b) code and data availability statement rates, by research field.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/>
            </a:pPr>
            <a:r>
              <a:t>Figure 4</a:t>
            </a:r>
          </a:p>
        </p:txBody>
      </p:sp>
      <p:pic>
        <p:nvPicPr>
          <p:cNvPr id="3" name="Picture 2" descr="fig4_version_avail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844706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/>
            </a:pPr>
            <a:r>
              <a:t>Figure 4. Availability assessment of commercial software versions cited in published articles.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/>
            </a:pPr>
            <a:r>
              <a:t>Figure 5</a:t>
            </a:r>
          </a:p>
        </p:txBody>
      </p:sp>
      <p:pic>
        <p:nvPicPr>
          <p:cNvPr id="3" name="Picture 2" descr="fig5_replication_co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49866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/>
            </a:pPr>
            <a:r>
              <a:t>Figure 5. (a) Distribution of estimated replication costs among articles using commercial software, and (b) mean replication cost by research field.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/>
            </a:pPr>
            <a:r>
              <a:t>Figure 6</a:t>
            </a:r>
          </a:p>
        </p:txBody>
      </p:sp>
      <p:pic>
        <p:nvPicPr>
          <p:cNvPr id="3" name="Picture 2" descr="fig6_pmc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48596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/>
            </a:pPr>
            <a:r>
              <a:t>Figure 6. Impact of PMC full-text availability on software detection rates.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/>
            </a:pPr>
            <a:r>
              <a:t>Figure 7</a:t>
            </a:r>
          </a:p>
        </p:txBody>
      </p:sp>
      <p:pic>
        <p:nvPicPr>
          <p:cNvPr id="3" name="Picture 2" descr="fig7_pmc_sub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49866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/>
            </a:pPr>
            <a:r>
              <a:t>Figure 7. Sensitivity analysis restricted to the PMC full-text subset.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/>
            </a:pPr>
            <a:r>
              <a:t>Figure 8</a:t>
            </a:r>
          </a:p>
        </p:txBody>
      </p:sp>
      <p:pic>
        <p:nvPicPr>
          <p:cNvPr id="3" name="Picture 2" descr="fig8_country_inc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39420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/>
            </a:pPr>
            <a:r>
              <a:t>Figure 8. Software use and reproducibility indicators by country income group (World Bank classification).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
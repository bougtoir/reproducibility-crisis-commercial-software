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A237E"/>
                </a:solidFill>
              </a:defRPr>
            </a:pPr>
            <a:r>
              <a:t>The Hidden Cost of Reproducibility:</a:t>
            </a:r>
            <a:br/>
            <a:r>
              <a:t>Commercial Software Dependency in Published Research</a:t>
            </a:r>
          </a:p>
          <a:p>
            <a:pPr algn="ctr">
              <a:spcBef>
                <a:spcPts val="2000"/>
              </a:spcBef>
              <a:defRPr sz="1800">
                <a:solidFill>
                  <a:srgbClr val="424242"/>
                </a:solidFill>
              </a:defRPr>
            </a:pPr>
            <a:r>
              <a:t>N=10,000 papers | PubMed Stratified Random Sampling (2020–2025)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Figure 1. Software Mention Rates by Research Field</a:t>
            </a:r>
          </a:p>
        </p:txBody>
      </p:sp>
      <p:pic>
        <p:nvPicPr>
          <p:cNvPr id="3" name="Picture 2" descr="fig1_software_rates_by_fiel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7563" y="914400"/>
            <a:ext cx="985687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Grouped bar chart showing the percentage of papers mentioning any software, commercial software only, and open-source software only, across seven research fields. N=10,000 papers.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Figure 2. Most Frequently Used Commercial Software</a:t>
            </a:r>
          </a:p>
        </p:txBody>
      </p:sp>
      <p:pic>
        <p:nvPicPr>
          <p:cNvPr id="3" name="Picture 2" descr="fig2_top_commercial_softw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323" y="914400"/>
            <a:ext cx="698335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Horizontal bar chart of the top 15 commercial software tools by frequency of citation. N=10,000 papers.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Figure 3. Version Reporting and Data/Code Availability</a:t>
            </a:r>
          </a:p>
        </p:txBody>
      </p:sp>
      <p:pic>
        <p:nvPicPr>
          <p:cNvPr id="3" name="Picture 2" descr="fig3_version_and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10058400" cy="4459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(a) Version mention rate among papers citing software, by research field. (b) Code and data availability statement rates by research field.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Figure 4. Estimated Software Replication Costs</a:t>
            </a:r>
          </a:p>
        </p:txBody>
      </p:sp>
      <p:pic>
        <p:nvPicPr>
          <p:cNvPr id="3" name="Picture 2" descr="fig4_replication_cos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10058400" cy="445960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(a) Distribution of estimated replication costs among papers using commercial software. (b) Mean replication cost by research field.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Figure 5. Top 20 Software Tools in Published Research</a:t>
            </a:r>
          </a:p>
        </p:txBody>
      </p:sp>
      <p:pic>
        <p:nvPicPr>
          <p:cNvPr id="3" name="Picture 2" descr="fig5_software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51782" y="914400"/>
            <a:ext cx="6088435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Horizontal bar chart of top 20 software tools colored by license type (red = commercial, green = open-source). N=10,000 papers.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Figure 6. Version Availability of Commercial Software</a:t>
            </a:r>
          </a:p>
        </p:txBody>
      </p:sp>
      <p:pic>
        <p:nvPicPr>
          <p:cNvPr id="3" name="Picture 2" descr="fig6_version_availabilit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69605" y="914400"/>
            <a:ext cx="6452789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Pie chart showing the availability status of commercial software versions cited in published papers. Legend indicates counts and percentages.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Figure 7. Software Usage Across Research Fields</a:t>
            </a:r>
          </a:p>
        </p:txBody>
      </p:sp>
      <p:pic>
        <p:nvPicPr>
          <p:cNvPr id="3" name="Picture 2" descr="fig7_software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493" y="914400"/>
            <a:ext cx="8111013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Heatmap of top 15 software tools across seven research fields, showing field-specific software usage patterns.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772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A237E"/>
                </a:solidFill>
              </a:defRPr>
            </a:pPr>
            <a:r>
              <a:t>Figure 8. Impact of PMC Full-Text on Software Detection</a:t>
            </a:r>
          </a:p>
        </p:txBody>
      </p:sp>
      <p:pic>
        <p:nvPicPr>
          <p:cNvPr id="3" name="Picture 2" descr="fig8_pmc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914400"/>
            <a:ext cx="10058400" cy="434604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i="1">
                <a:solidFill>
                  <a:srgbClr val="616161"/>
                </a:solidFill>
              </a:defRPr>
            </a:pPr>
            <a:r>
              <a:t>(a) PMC full-text availability rate by research field. (b) Comparison of software detection rates with and without PMC full-text access.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